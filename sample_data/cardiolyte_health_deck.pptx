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walk through milestones; the round is open to co-investors.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Cardiolyte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Home cardiac rehab, prescribed like a drug</a:t>
            </a:r>
          </a:p>
          <a:p>
            <a:r>
              <a:rPr sz="2000"/>
              <a:t>Investor Presentation</a:t>
            </a:r>
          </a:p>
          <a:p>
            <a:r>
              <a:rPr sz="2000"/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Only 24% of eligible heart patients complete cardiac rehabilitation¹</a:t>
            </a:r>
          </a:p>
          <a:p>
            <a:r>
              <a:rPr sz="2000"/>
              <a:t>Center-based programs require 36 in-person visits; most patients drop out by week 4</a:t>
            </a:r>
          </a:p>
          <a:p>
            <a:r>
              <a:rPr sz="1200"/>
              <a:t>¹ Footnote: synthetic statistic for demonstration purposes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Cardiolyte is a prescription digital therapeutic (SaMD) for cardiac rehabilitation</a:t>
            </a:r>
          </a:p>
          <a:p>
            <a:r>
              <a:rPr sz="2000"/>
              <a:t>Remote patient monitoring with wearable ECG patch plus clinician dashboard</a:t>
            </a:r>
          </a:p>
          <a:p>
            <a:r>
              <a:rPr sz="2000"/>
              <a:t>Pursuing FDA De Novo clearance; cardiology-led clinical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TAM $6.1B: US cardiac rehab and cardiovascular digital health</a:t>
            </a:r>
          </a:p>
          <a:p>
            <a:r>
              <a:rPr sz="2000"/>
              <a:t>SAM $1.4B across 1,200 hospital cardiology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$1,200 per patient program, reimbursed under cardiac rehab CPT codes</a:t>
            </a:r>
          </a:p>
          <a:p>
            <a:r>
              <a:rPr sz="2000"/>
              <a:t>B2B contracts with health systems and cardiology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Headquartered in Austin, Texas</a:t>
            </a:r>
          </a:p>
          <a:p>
            <a:r>
              <a:rPr sz="2000"/>
              <a:t>CEO: Dana Whitfield (synthetic) — former VP Product, digital health scale-up</a:t>
            </a:r>
          </a:p>
          <a:p>
            <a:r>
              <a:rPr sz="2000"/>
              <a:t>CMO: Dr. Omar Reyes (synthetic) — interventional cardiologist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Competition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Cardiolyte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Center-based rehab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fitness apps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Prescribed &amp; reimbursed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Home-based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Clinician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Raising $2.5M Seed round on a post-money SAFE ($12M valuation cap)</a:t>
            </a:r>
          </a:p>
          <a:p>
            <a:r>
              <a:rPr sz="2000"/>
              <a:t>Committed: $1.1M in signed SAFEs from angel investors</a:t>
            </a:r>
          </a:p>
          <a:p>
            <a:r>
              <a:rPr sz="2000"/>
              <a:t>Soft-circled: $400K (verbal interest from two family offices)</a:t>
            </a:r>
          </a:p>
          <a:p>
            <a:r>
              <a:rPr sz="2000"/>
              <a:t>Target close: December 15, 2026</a:t>
            </a:r>
          </a:p>
          <a:p>
            <a:r>
              <a:rPr sz="2000"/>
              <a:t>Seeking US-based investors who can co-invest alongside our lead angels</a:t>
            </a:r>
          </a:p>
          <a:p>
            <a:r>
              <a:rPr sz="2000"/>
              <a:t>Previously raised $750K pre-seed from friends &amp; family (2025)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Use of Funds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t>Use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Clinical validation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Go-to-market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Regulatory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Appendix: Milestone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Seed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 2027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FDA De Novo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Next round: Series A of $8M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Cardiolyte Health, Inc. · 500 Example Ave, Austin, TX 78701</a:t>
            </a:r>
          </a:p>
          <a:p>
            <a:r>
              <a:rPr sz="2000"/>
              <a:t>founders@cardiolyte.example</a:t>
            </a:r>
          </a:p>
          <a:p>
            <a:r>
              <a:rPr sz="1200"/>
              <a:t>© 2026 Cardiolyte Health, Inc.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